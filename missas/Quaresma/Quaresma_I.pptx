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Quaresma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Entrada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pecado. Feliz aquele a quem o Senhor perdoa o pecado.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Feliz o homem limpo de toda culpa, no coração é apagado o pecado.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pecado. Feliz aquele a quem o Senhor perdoa o pecado.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Eu revelei toda a minha culpa, iniquidade e pecado confesso.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pecado. Feliz aquele a quem o Senhor perdoa o pecado.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És meu refúgio, me livra da angústia, me cerca de cantos de libertação.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Feliz aquele a quem o Senhor perdoa o pecado. Feliz aquele a quem o Senhor perdoa o pecado.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Ato Penitencial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Ó Deus, meu coração renova em mim,
com teu espírito, o espírito de santidade. Kyrie eleison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Kyrie eleison.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Não sei amar, Senhor, tu sabes,
se não dilatar meu coração com teu espírito de paz. Christe eleison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Christe eleison.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Minha fraqueza transforma-se em pobreza
com o dom do teu amor, o espírito de alegria. Kyrie eleison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Kyrie eleison.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Aleluia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Glória e louvor a vós, ó Cristo…
Glória e louvor a vós, ó Cristo…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Ofertório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Piedade de mim, ó meu Deus, misericórdia. Na imensidão do amor, purificai-me. Lavai-me todo inteiro do pecado, apagai totalmente minha culpa.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Eu reconheço toda a minha iniquidade, o meu pecado está sempre à minha frente. Foi contra vós somente que eu pequei e pratiquei o que é mau aos vossos olhos.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3. Criai em mim um coração que seja puro, dai-me de novo um espírito firme. Meu sacrifício é minha alma penitente, não desprezeis um coração arrependido.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Miserere mei, Domine. Miserere mei, Domine.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Santo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Santo, Santo, Santo / é o Senhor Deus do universo
Santo, Santo, Santo / é o Senhor Deus do universo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céu e a terra / proclamam a vossa glória
Hosana, Hosana nas alturas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Hosana, Hosana nas alturas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Bendito o que vem / em nome do Senhor
Hosana, Hosana nas alturas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Hosana, Hosana nas alturas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Cordeiro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 o pecado do mundo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Tende piedade, piedade de nós.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 o peca.do do mundo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Tende piedade, piedade de nós.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Cordeiro de Deus, que tirais. o pecado do mundo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Dai-nos a paz, dai-nos a paz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Comunhão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Não sou eu que vivo, mas Cristo vive em mim, o meu Senhor que me amou doando a sua vida por mim.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1. Está minha vida crucificada com Cristo, meu Senhor, minha vida que agora vivo escondida está Nele.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Não sou eu que vivo, mas Cristo vive em mim, o meu Senhor que me amou doando a sua vida por mim.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2. Com Ele morto e ressuscitado pra sempre, na alegria, redimido, sinto o Espírito viver em mim.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Não sou eu que vivo, mas Cristo vive em mim, o meu Senhor que me amou doando a sua vida por mim.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57400"/>
            <a:ext cx="10728655" cy="24003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5200" b="1">
                <a:solidFill>
                  <a:srgbClr val="1A1A1A"/>
                </a:solidFill>
              </a:rPr>
              <a:t>Final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mar viu e se retirou, o Jordão voltou atrás, os montes saltaram como carneiros, as colinas como um rebanho.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O que tem, mar, para fugir? E tu, Jordão, por que voltas? Por que vós, montes, saltam como um cordeiro no rebanho?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0" i="0">
                <a:solidFill>
                  <a:srgbClr val="444444"/>
                </a:solidFill>
              </a:rPr>
              <a:t>Trema, ó terra, diante do Senhor, diante do Deus de Jacó, que muda o abismo em lago, a rocha em fonte de água.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Quando Israel saiu do Egito, a casa de Jacó era um povo bárbaro, Judá tornou-se o seu santuário, Israel seu domínio.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