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57400"/>
            <a:ext cx="10728655" cy="24003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>
                <a:solidFill>
                  <a:srgbClr val="1A1A1A"/>
                </a:solidFill>
              </a:rPr>
              <a:t>Cinzas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57400"/>
            <a:ext cx="10728655" cy="24003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>
                <a:solidFill>
                  <a:srgbClr val="1A1A1A"/>
                </a:solidFill>
              </a:rPr>
              <a:t>Entrada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Miserere mei, Domine. Miserere mei, Domine.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Piedade de mim, ó meu Deus, misericórdia. Na imensidão do amor, purificai-me. Lavai-me todo inteiro do pecado, apagai totalmente minha culpa.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Eu reconheço toda a minha iniquidade, o meu pecado está sempre à minha frente. Foi contra vós somente que eu pequei e pratiquei o que é mau aos vossos olhos.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Criai em mim um coração que seja puro, dai-me de novo um espírito firme. Meu sacrifício é minha alma penitente, não desprezeis um coração arrependido.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57400"/>
            <a:ext cx="10728655" cy="24003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>
                <a:solidFill>
                  <a:srgbClr val="1A1A1A"/>
                </a:solidFill>
              </a:rPr>
              <a:t>Aleluia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Glória e louvor a vós, ó Cristo…
Glória e louvor a vós, ó Cristo…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57400"/>
            <a:ext cx="10728655" cy="24003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>
                <a:solidFill>
                  <a:srgbClr val="1A1A1A"/>
                </a:solidFill>
              </a:rPr>
              <a:t>Cinzas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Recorda-te de mim, ó Senhor
Recorda-te de mim no teu Reino,
no seu reino de paz infinita,
recorda-te Jesus de mim…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1. Em verdade eu digo…hoje estará comigoporque vim buscar o que estavao que estava perdido.2. É alegria no meu reinofestejar junto as minhasjunto as minhas ovelhas perdidasque foram encontradas.3. Feliz o que confiano amor do Senhorporque é eterno e grandea sua misericórdia...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Recorda-te de mim, ó Senhor
Recorda-te de mim no teu Reino,
no seu reino de paz infinita,
recorda-te Jesus de mim…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57400"/>
            <a:ext cx="10728655" cy="24003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>
                <a:solidFill>
                  <a:srgbClr val="1A1A1A"/>
                </a:solidFill>
              </a:rPr>
              <a:t>Cinzas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Nos rios da Babilônia estamos chorando ao recordar de Sião, ao recordar de Sião.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1. Ao sair daquela terra, ao sair penduramos nossas cítaras. Lá nos pediram canções aqueles que nos deportaram, canções de alegria nos exigiram. Cantai o canto de Sião... Como cantarei o canto do Senhor em terra estrangeira?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Nos rios da Babilônia estamos chorando ao recordar de Sião, ao recordar de Sião.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2. Se esquecer minha terra, Jerusalém, cidade santa! Se te esqueço Jerusalém, se paralise minha destra, minha língua se ate ao céu da boca, se a tua memória eu perder... se não colocá-la, Jerusalém, acima de toda alegria.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Nos rios da Babilônia estamos chorando ao recordar de Sião, ao recordar de Sião.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57400"/>
            <a:ext cx="10728655" cy="24003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>
                <a:solidFill>
                  <a:srgbClr val="1A1A1A"/>
                </a:solidFill>
              </a:rPr>
              <a:t>Ofertório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Pai, eu pequei contra o céu e contra ti, não sou digno de ser seu filho. Pai, piedade, piedade de mim. Pai, piedade, piedade de mim.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1. Seu pai o viu quando ainda estava longe, ao vê-lo seu coração tremeu, então correu ao seu encontro, jogou-se em seu colo e o abraçou.2. O pai disse ao servo: tragam-me depressa, tragam aqui a veste mais bela, coloquem no dedo um anel, tragam calçados para ele.3. Preparai logo um bezerro grande, vamos comer e fazer uma festa, meu filho que estava morto agora vive, estava perdido e está aqui.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Pai, eu pequei contra o céu e contra ti, não sou digno de ser seu filho. Pai, piedade, piedade de mim. Pai, piedade, piedade de mim.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57400"/>
            <a:ext cx="10728655" cy="24003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>
                <a:solidFill>
                  <a:srgbClr val="1A1A1A"/>
                </a:solidFill>
              </a:rPr>
              <a:t>Santo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Santo, Santo, Santo / é o Senhor Deus do universo
Santo, Santo, Santo / é o Senhor Deus do universo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O céu e a terra / proclamam a vossa glória
Hosana, Hosana nas alturas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Hosana, Hosana nas alturas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Bendito o que vem / em nome do Senhor
Hosana, Hosana nas alturas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Hosana, Hosana nas alturas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57400"/>
            <a:ext cx="10728655" cy="24003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>
                <a:solidFill>
                  <a:srgbClr val="1A1A1A"/>
                </a:solidFill>
              </a:rPr>
              <a:t>Cordeiro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Cordeiro de Deus, que tirais o pecado do mundo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Tende piedade, piedade de nós.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Cordeiro de Deus, que tirais o peca.do do mundo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Tende piedade, piedade de nós.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Cordeiro de Deus, que tirais. o pecado do mundo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Dai-nos a paz, dai-nos a paz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57400"/>
            <a:ext cx="10728655" cy="24003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>
                <a:solidFill>
                  <a:srgbClr val="1A1A1A"/>
                </a:solidFill>
              </a:rPr>
              <a:t>Comunhão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Feliz aquele a quem o Senhor perdoa o pecado, feliz aquele a quem o Senhor perdoa o pecado.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1. Feliz o homem limpo de toda culpa, no coração é apagado o pecado.2. Eu revelei toda a minha culpa, iniquidade e pecado confesso.3. És meu refúgio, me livra da angústia, me cerca de cantos de libertação.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Feliz aquele a quem o Senhor perdoa o pecado, feliz aquele a quem o Senhor perdoa o pecado.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57400"/>
            <a:ext cx="10728655" cy="24003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>
                <a:solidFill>
                  <a:srgbClr val="1A1A1A"/>
                </a:solidFill>
              </a:rPr>
              <a:t>Final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Quando Israel saiu do Egito, a casa de Jacó era um povo bárbaro, Judá tornou-se o seu santuário, Israel seu domínio.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O mar viu e se retirou, o Jordão voltou atrás, os montes saltaram como carneiros, as colinas como um rebanho.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Quando Israel saiu do Egito, a casa de Jacó era um povo bárbaro, Judá tornou-se o seu santuário, Israel seu domínio.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O que tem, mar, para fugir? E tu, Jordão, por que voltas? Por que vós, montes, saltam como um cordeiro no rebanho?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Quando Israel saiu do Egito, a casa de Jacó era um povo bárbaro, Judá tornou-se o seu santuário, Israel seu domínio.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Trema, ó terra, diante do Senhor, diante do Deus de Jacó, que muda o abismo em lago, a rocha em fonte de água.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Quando Israel saiu do Egito, a casa de Jacó era um povo bárbaro, Judá tornou-se o seu santuário, Israel seu domínio.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