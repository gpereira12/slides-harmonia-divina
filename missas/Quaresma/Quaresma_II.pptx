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Quaresma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Das profundezas eu clamo a vós, escutai a minha voz! Bem atento à minha súplica, ó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Se levardes em conta nossas faltas, quem haverá de subsistir? Mas em vós se encontra o perdão, eu vos temo e em vós espero.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Das profundezas eu clamo a vós, escutai a minha voz! Bem atento à minha súplica, ó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2. No Senhor ponho a minha esperança, espero em sua palavra. A minh’alma espera no Senhor mais que o vigia pela aurora.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Das profundezas eu clamo a vós, escutai a minha voz! Bem atento à minha súplica, ó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3. Espere Israel pelo Senhor mais que o vigia pela aurora! Ele vem libertar a Israel de toda a sua culpa.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Das profundezas eu clamo a vós, escutai a minha voz! Bem atento à minha súplica, ó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Ato Penitencial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Senhor, que vieste buscar quem estava perdido, miserere nobis.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Kyrie, Kyrie, Kyrie Eleison.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Cristo, que vieste dar a vida em resgate de muitos, miserere, miserere nobis.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Christe, Christe, Christe Eleison.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Senhor, que reunis na unidade os filhos dispersos, miserere, miserere, miserere nobis.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Kyrie, Kyrie, Kyrie Eleison.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Aleluia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Glória e louvor a vós, ó Cristo…
Glória e louvor a vós, ó Cristo…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Ofertório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Pai, eu pequei contra o céu e contra ti,
não sou digno de ser seu filho.
Pai, piedade, piedade de mim.
Pai, piedade, piedade de mim.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Seu pai o viu quando ainda estava longe,ao vê-lo seu coração tremeu, [tremeu]então correu ao seu encontro,jogou-se em seu colo e o abraçou.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Pai, eu pequei contra o céu e contra ti,
não sou digno de ser seu filho.
Pai, piedade, piedade de mim.
Pai, piedade, piedade de mim.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2. O pai disse ao servo: tragam-me depressa,tragam aqui a veste mais bela, [mais bela]coloquem no dedo um anel,tragam calçados pra ele.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Pai, eu pequei contra o céu e contra ti,
não sou digno de ser seu filho.
Pai, piedade, piedade de mim.
Pai, piedade, piedade de mim.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3. Preparai logo um bezerro grande,vamos comer e fazer uma festa, [uma festa]meu filho que estava morto agora vive,estava perdido e está aqui.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Pai, eu pequei contra o céu e contra ti,
não sou digno de ser seu filho.
Pai, piedade, piedade de mim.
Pai, piedade, piedade de mim.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Santo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Santo, Santo, Santo / é o Senhor Deus do universo
Santo, Santo, Santo / é o Senhor Deus do universo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O céu e a terra / proclamam a vossa glória
Hosana, Hosana nas alturas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Hosana, Hosana nas alturas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Bendito o que vem / em nome do Senhor
Hosana, Hosana nas alturas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Hosana, Hosana nas alturas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Cordeiro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 o pecado do mundo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Tende piedade, piedade de nós.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 o peca.do do mundo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Tende piedade, piedade de nós.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Cordeiro de Deus, que tirais. o pecado do mundo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Dai-nos a paz, dai-nos a paz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Comunhão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Recorda-te de mim, ó Senhor
Recorda-te de mim no teu Reino,
no seu reino de paz infinita,
recorda-te Jesus de mim…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Em verdade eu digo…hoje estará comigoporque vim buscar o que estavao que estava perdido.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Recorda-te de mim, ó Senhor
Recorda-te de mim no teu Reino,
no seu reino de paz infinita,
recorda-te Jesus de mim…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2. É alegria no meu reinofestejar junto as minhasjunto as minhas ovelhas perdidasque foram encontradas.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Recorda-te de mim, ó Senhor
Recorda-te de mim no teu Reino,
no seu reino de paz infinita,
recorda-te Jesus de mim…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3. Feliz o que confiano amor do Senhorporque é eterno e grandea sua misericórdia...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Recorda-te de mim, ó Senhor
Recorda-te de mim no teu Reino,
no seu reino de paz infinita,
recorda-te Jesus de mim…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728655" cy="24003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200" b="1">
                <a:solidFill>
                  <a:srgbClr val="1A1A1A"/>
                </a:solidFill>
              </a:rPr>
              <a:t>Final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Nos rios da Babilônia estamos chorando
ao recordar de Sião, ao recordar de Sião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1. Ao sair daquela terra,ao sair penduramos nossas cítaras.Lá nos pediram cançõesaqueles que nos deportaram,canções de alegria nos exigiram.Cantai o canto de Sião...Como cantarei o canto do Senhorem terra estrangeira?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Nos rios da Babilônia estamos chorando
ao recordar de Sião, ao recordar de Sião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0" i="0">
                <a:solidFill>
                  <a:srgbClr val="444444"/>
                </a:solidFill>
              </a:rPr>
              <a:t>2. Se esquecer minha terra,Jerusalém, cidade santa!Se te esqueço Jerusalémse paralisem minha destra,Minha língua se ate ao céu da boca,se a tua memória eu perder…se não colocá-la Jerusalém,acima de toda alegria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Nos rios da Babilônia estamos chorando
ao recordar de Sião, ao recordar de Sião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